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2BFC0-B461-4E53-AC35-07B1C661773C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8B789-9DFA-4506-94CF-511D71B1C3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7144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2BFC0-B461-4E53-AC35-07B1C661773C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8B789-9DFA-4506-94CF-511D71B1C3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4961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2BFC0-B461-4E53-AC35-07B1C661773C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8B789-9DFA-4506-94CF-511D71B1C3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2419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2BFC0-B461-4E53-AC35-07B1C661773C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8B789-9DFA-4506-94CF-511D71B1C3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127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2BFC0-B461-4E53-AC35-07B1C661773C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8B789-9DFA-4506-94CF-511D71B1C3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8210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2BFC0-B461-4E53-AC35-07B1C661773C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8B789-9DFA-4506-94CF-511D71B1C3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8016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2BFC0-B461-4E53-AC35-07B1C661773C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8B789-9DFA-4506-94CF-511D71B1C3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5105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2BFC0-B461-4E53-AC35-07B1C661773C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8B789-9DFA-4506-94CF-511D71B1C3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7682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2BFC0-B461-4E53-AC35-07B1C661773C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8B789-9DFA-4506-94CF-511D71B1C3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9172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2BFC0-B461-4E53-AC35-07B1C661773C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8B789-9DFA-4506-94CF-511D71B1C3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021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2BFC0-B461-4E53-AC35-07B1C661773C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8B789-9DFA-4506-94CF-511D71B1C3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911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72BFC0-B461-4E53-AC35-07B1C661773C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48B789-9DFA-4506-94CF-511D71B1C3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7249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36459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57319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7500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1975" y="0"/>
            <a:ext cx="12192000" cy="6858000"/>
          </a:xfrm>
          <a:prstGeom prst="rect">
            <a:avLst/>
          </a:prstGeom>
        </p:spPr>
      </p:pic>
      <p:sp>
        <p:nvSpPr>
          <p:cNvPr id="3" name="Text 9"/>
          <p:cNvSpPr/>
          <p:nvPr/>
        </p:nvSpPr>
        <p:spPr>
          <a:xfrm>
            <a:off x="167295" y="5453968"/>
            <a:ext cx="630892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4323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^(http|ftp):\/\/|(\d{1,3}\.){3}\d{1,3</a:t>
            </a:r>
            <a:r>
              <a:rPr lang="en-US" sz="1250" dirty="0" smtClean="0">
                <a:solidFill>
                  <a:srgbClr val="4323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</a:p>
          <a:p>
            <a:pPr>
              <a:lnSpc>
                <a:spcPts val="2050"/>
              </a:lnSpc>
            </a:pPr>
            <a:r>
              <a:rPr lang="en-US" sz="1400" dirty="0" smtClean="0"/>
              <a:t>This example quickly filters out non-secure (HTTP) connections and direct IP-based access attempts, two common characteristics of fast-setup phishing sites.</a:t>
            </a:r>
          </a:p>
          <a:p>
            <a:pPr marL="0" indent="0" algn="l">
              <a:lnSpc>
                <a:spcPts val="2050"/>
              </a:lnSpc>
              <a:buNone/>
            </a:pP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8629886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04017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9513" y="2036190"/>
            <a:ext cx="597471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dirty="0" smtClean="0">
                <a:latin typeface="Segoe Script" panose="030B0504020000000003" pitchFamily="66" charset="0"/>
              </a:rPr>
              <a:t>Thank You.</a:t>
            </a:r>
            <a:endParaRPr lang="en-US" sz="7200" dirty="0">
              <a:latin typeface="Segoe Script" panose="030B0504020000000003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36529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36</Words>
  <Application>Microsoft Office PowerPoint</Application>
  <PresentationFormat>Widescreen</PresentationFormat>
  <Paragraphs>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Calibri Light</vt:lpstr>
      <vt:lpstr>Consolas</vt:lpstr>
      <vt:lpstr>Segoe Script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manaswi chekuri</dc:creator>
  <cp:lastModifiedBy>manaswi chekuri</cp:lastModifiedBy>
  <cp:revision>6</cp:revision>
  <dcterms:created xsi:type="dcterms:W3CDTF">2025-10-25T05:09:08Z</dcterms:created>
  <dcterms:modified xsi:type="dcterms:W3CDTF">2026-01-29T08:10:27Z</dcterms:modified>
</cp:coreProperties>
</file>